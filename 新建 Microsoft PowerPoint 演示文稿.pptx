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CB75C-4F0B-7213-0167-806FAD85A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D4B366-D113-9FB4-1FC3-D8A91D1C1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9D6B06-3A73-671C-D5AC-F1FF405C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62ABF1-AF80-7F7A-42B7-9A669E79C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DB6924-6D1A-D7A4-340F-36AE5238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292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92AAB-95E1-3202-E612-67DC301B6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270A16-09D6-78A5-4744-421E6DCAF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1FA99F-9D61-C0CB-9559-91A8B2FA8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9EC35E-F11D-9BEC-1E6A-15058373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242A1A-4EA2-BAA7-6396-14B89D40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52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6B4FD-9FFF-9B80-A83F-7CA7F29DA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CFBA63-DA6E-5CE5-6E0A-61EAE523A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197C3-649A-4AD4-0E2C-19E5E4DB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5CAD01-963B-C04D-4C06-111F770B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26FFB9-35E5-C0EF-5EEC-DCE2EAA3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8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2EBB6-F604-CB24-9E24-7BC9DD103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ED7006-D5F7-8AE0-1884-852C21276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83EC8F-C850-9076-F168-04331F42C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AE303E-D672-07C1-D66F-0AE39E7D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F221EF-5A9B-8BB4-8B3B-C50375975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DB11E5-DD82-B728-E37A-B3077555A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474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E6C7A-479F-AD2E-98BE-72BED94F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AF7C7C-7706-D676-A9FD-6537E6BD8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6953D2-43EC-B5F7-ECCA-F2EF709C3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725528-F356-363B-70D2-03B6BD11A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CECCED-5911-BFE3-9052-CA90A446C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BA6428-AD94-3595-F42E-DDD45113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998739-B6F8-B35E-614E-F8F8B891C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47BDF7-73DD-39F6-D7FE-E39A91E3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635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816CC-C06A-6F24-12C7-21C9AEF1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93E070-81AA-B541-40CA-3FD7AECF9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9107E8-E794-F4A1-5E08-5F9804D6F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589DD9-B102-82F8-6822-20D4BC49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512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73FFDD-BBA3-B59B-61A9-722A11409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FC1215-E9F0-B46D-3619-5E533451F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7D04CA-F47A-DC4B-7585-1C1B69B8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435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E8C53-E903-1282-4654-F8A5C2989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AFCA5-0AB7-885D-7BD6-7A83C316D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964CE8-E468-587B-5306-EFB6794AB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BA839-C0FE-BC49-DD21-31E3E7FE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D980D0-2222-AD8A-FABC-F3193954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95523E-1102-7B81-800D-7D91CF36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18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2F04C-2E67-0436-8149-DE0BE0CC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CF7DB2-0463-6517-6D5F-DEE758826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CFA223-A550-4E7B-6566-F6F17AA92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961254-72D0-9335-2F35-E2ABCDF8D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C53E0F-44CA-4AC7-DC4B-5304B1273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A5C5C4-E22B-A96D-102D-9C33F6AF8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80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4C6EF-C3A6-FEB8-4DB6-EAF06B2E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AFA211-A233-4677-E2E3-5BC64DA27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97A196-E238-2EE3-16C4-66AD1F7C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6A63FA-39A5-EDED-3293-2A5036740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A92339-C06D-7B27-09B6-967083ED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788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1DE1C8-3112-78E7-5C89-24817C7177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FCDD76-3C06-1654-C521-CE5C88B2C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D020D7-D56F-36B5-D875-CA3D8C6F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A65BBA-0EF5-E37F-504D-1AC3130D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786456-64BC-9CF1-AF24-CDD3CC73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06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7463BA-B9EB-CC14-2FD2-17686BF08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FE3140-8C27-93C2-CCCF-FD5FA6296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EF2F90-45D8-AECE-CBE0-AF7674E499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BCE07-DF30-4410-8C95-261D98F1CB44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66B59B-08A8-B269-6AF5-701D10B25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4EA9E1-F249-33D0-E839-9209BDC27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75B37-38D5-415E-8D59-A9D38B4BD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045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2D20F-1D0A-C111-8DE7-918D943A66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张三</a:t>
            </a:r>
            <a:br>
              <a:rPr lang="zh-CN" altLang="en-US" dirty="0"/>
            </a:br>
            <a:r>
              <a:rPr lang="zh-CN" altLang="en-US" dirty="0"/>
              <a:t>李四</a:t>
            </a:r>
            <a:br>
              <a:rPr lang="zh-CN" altLang="en-US" dirty="0"/>
            </a:br>
            <a:r>
              <a:rPr lang="en-US" altLang="zh-CN"/>
              <a:t>18820252024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29DB2E-33FC-4100-C66C-36372F8AB4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2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张三 李四 18820252024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 cu</dc:creator>
  <cp:lastModifiedBy>qing cu</cp:lastModifiedBy>
  <cp:revision>1</cp:revision>
  <dcterms:created xsi:type="dcterms:W3CDTF">2025-04-07T02:35:46Z</dcterms:created>
  <dcterms:modified xsi:type="dcterms:W3CDTF">2025-04-07T02:35:50Z</dcterms:modified>
</cp:coreProperties>
</file>